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170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 dirty="0">
                <a:solidFill>
                  <a:srgbClr val="FF6600"/>
                </a:solidFill>
              </a:rPr>
              <a:t>RAJONGÓI 9A-C</a:t>
            </a:r>
          </a:p>
          <a:p>
            <a:r>
              <a:rPr sz="4400" b="1" dirty="0">
                <a:solidFill>
                  <a:srgbClr val="FF6600"/>
                </a:solidFill>
              </a:rPr>
              <a:t>GitHub </a:t>
            </a:r>
            <a:r>
              <a:rPr sz="4400" b="1" dirty="0" err="1">
                <a:solidFill>
                  <a:srgbClr val="FF6600"/>
                </a:solidFill>
              </a:rPr>
              <a:t>Webprojekt</a:t>
            </a:r>
            <a:endParaRPr sz="4400" b="1" dirty="0">
              <a:solidFill>
                <a:srgbClr val="FF66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sz="2000" dirty="0" err="1">
                <a:solidFill>
                  <a:srgbClr val="FFFFFF"/>
                </a:solidFill>
              </a:rPr>
              <a:t>Counter</a:t>
            </a:r>
            <a:r>
              <a:rPr lang="hu-HU" sz="2000" dirty="0">
                <a:solidFill>
                  <a:srgbClr val="FFFFFF"/>
                </a:solidFill>
              </a:rPr>
              <a:t> </a:t>
            </a:r>
            <a:r>
              <a:rPr lang="hu-HU" sz="2000" dirty="0" err="1">
                <a:solidFill>
                  <a:srgbClr val="FFFFFF"/>
                </a:solidFill>
              </a:rPr>
              <a:t>strike</a:t>
            </a:r>
            <a:r>
              <a:rPr lang="hu-HU" sz="2000" dirty="0">
                <a:solidFill>
                  <a:srgbClr val="FFFFFF"/>
                </a:solidFill>
              </a:rPr>
              <a:t> 2</a:t>
            </a:r>
            <a:endParaRPr sz="2000" b="0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FF6600"/>
                </a:solidFill>
              </a:rPr>
              <a:t>A PROJEKT BEMUTATÁSA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solidFill>
                  <a:srgbClr val="FFFFFF"/>
                </a:solidFill>
              </a:rPr>
              <a:t>A Rajongói 9A-C egy Counter-Strike 2 témájú weboldal.</a:t>
            </a:r>
          </a:p>
          <a:p>
            <a:endParaRPr sz="2200" b="0">
              <a:solidFill>
                <a:srgbClr val="FFFFFF"/>
              </a:solidFill>
            </a:endParaRPr>
          </a:p>
          <a:p>
            <a:r>
              <a:rPr sz="2200" b="0">
                <a:solidFill>
                  <a:srgbClr val="FFFFFF"/>
                </a:solidFill>
              </a:rPr>
              <a:t>Célja a játék és annak főbb elemeinek bemutatása.</a:t>
            </a:r>
          </a:p>
          <a:p>
            <a:endParaRPr sz="2200" b="0">
              <a:solidFill>
                <a:srgbClr val="FFFFFF"/>
              </a:solidFill>
            </a:endParaRPr>
          </a:p>
          <a:p>
            <a:r>
              <a:rPr sz="2200" b="0">
                <a:solidFill>
                  <a:srgbClr val="FFFFFF"/>
                </a:solidFill>
              </a:rPr>
              <a:t>A projekt modern frontend technológiák alkalmazásával készült.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FF6600"/>
                </a:solidFill>
              </a:rPr>
              <a:t>SZERKESZTŐK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 b="0" dirty="0">
                <a:solidFill>
                  <a:srgbClr val="FFFFFF"/>
                </a:solidFill>
              </a:rPr>
              <a:t>Gaál Kristóf Zoltán</a:t>
            </a:r>
            <a:r>
              <a:rPr lang="hu-HU" sz="2600" b="0" dirty="0">
                <a:solidFill>
                  <a:srgbClr val="FFFFFF"/>
                </a:solidFill>
              </a:rPr>
              <a:t> </a:t>
            </a:r>
            <a:r>
              <a:rPr lang="hu-HU" sz="1600" b="0" i="0" dirty="0">
                <a:solidFill>
                  <a:schemeClr val="bg1"/>
                </a:solidFill>
                <a:effectLst/>
                <a:latin typeface="-apple-system"/>
              </a:rPr>
              <a:t>Projektvezető, dizájn</a:t>
            </a:r>
            <a:endParaRPr lang="hu-HU" sz="2600" b="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sz="2600" b="0" dirty="0">
              <a:solidFill>
                <a:srgbClr val="FFFFFF"/>
              </a:solidFill>
            </a:endParaRPr>
          </a:p>
          <a:p>
            <a:r>
              <a:rPr sz="2600" b="0" dirty="0" err="1">
                <a:solidFill>
                  <a:srgbClr val="FFFFFF"/>
                </a:solidFill>
              </a:rPr>
              <a:t>Kovács</a:t>
            </a:r>
            <a:r>
              <a:rPr sz="2600" b="0" dirty="0">
                <a:solidFill>
                  <a:srgbClr val="FFFFFF"/>
                </a:solidFill>
              </a:rPr>
              <a:t> </a:t>
            </a:r>
            <a:r>
              <a:rPr sz="2600" b="0" dirty="0" err="1">
                <a:solidFill>
                  <a:srgbClr val="FFFFFF"/>
                </a:solidFill>
              </a:rPr>
              <a:t>Máté</a:t>
            </a:r>
            <a:r>
              <a:rPr sz="2600" b="0" dirty="0">
                <a:solidFill>
                  <a:srgbClr val="FFFFFF"/>
                </a:solidFill>
              </a:rPr>
              <a:t> </a:t>
            </a:r>
            <a:r>
              <a:rPr sz="2600" b="0" dirty="0" err="1">
                <a:solidFill>
                  <a:srgbClr val="FFFFFF"/>
                </a:solidFill>
              </a:rPr>
              <a:t>Tihamér</a:t>
            </a:r>
            <a:r>
              <a:rPr lang="hu-HU" sz="2600" b="0" dirty="0">
                <a:solidFill>
                  <a:srgbClr val="FFFFFF"/>
                </a:solidFill>
              </a:rPr>
              <a:t> </a:t>
            </a:r>
            <a:r>
              <a:rPr lang="hu-HU" sz="1600" b="0" i="0" dirty="0">
                <a:solidFill>
                  <a:schemeClr val="bg1"/>
                </a:solidFill>
                <a:effectLst/>
                <a:latin typeface="-apple-system"/>
              </a:rPr>
              <a:t>Tartalom, tesztelés</a:t>
            </a:r>
            <a:endParaRPr sz="2600" b="0" dirty="0">
              <a:solidFill>
                <a:schemeClr val="bg1"/>
              </a:solidFill>
            </a:endParaRPr>
          </a:p>
          <a:p>
            <a:endParaRPr sz="2600" b="0" dirty="0">
              <a:solidFill>
                <a:srgbClr val="FFFFFF"/>
              </a:solidFill>
            </a:endParaRPr>
          </a:p>
          <a:p>
            <a:r>
              <a:rPr sz="2600" b="0" dirty="0" err="1">
                <a:solidFill>
                  <a:srgbClr val="FFFFFF"/>
                </a:solidFill>
              </a:rPr>
              <a:t>Juranovitz</a:t>
            </a:r>
            <a:r>
              <a:rPr sz="2600" b="0" dirty="0">
                <a:solidFill>
                  <a:srgbClr val="FFFFFF"/>
                </a:solidFill>
              </a:rPr>
              <a:t> </a:t>
            </a:r>
            <a:r>
              <a:rPr sz="2600" b="0" dirty="0" err="1">
                <a:solidFill>
                  <a:srgbClr val="FFFFFF"/>
                </a:solidFill>
              </a:rPr>
              <a:t>Olivér</a:t>
            </a:r>
            <a:endParaRPr sz="2600" b="0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FF6600"/>
                </a:solidFill>
              </a:rPr>
              <a:t>KÓDBÁZIS STATISZTIKA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600" b="0" dirty="0">
                <a:solidFill>
                  <a:srgbClr val="FFFFFF"/>
                </a:solidFill>
              </a:rPr>
              <a:t>HTML: 70</a:t>
            </a:r>
            <a:r>
              <a:rPr lang="hu-HU" sz="2600" b="0" dirty="0">
                <a:solidFill>
                  <a:srgbClr val="FFFFFF"/>
                </a:solidFill>
              </a:rPr>
              <a:t>.1</a:t>
            </a:r>
            <a:r>
              <a:rPr sz="2600" b="0" dirty="0">
                <a:solidFill>
                  <a:srgbClr val="FFFFFF"/>
                </a:solidFill>
              </a:rPr>
              <a:t>%</a:t>
            </a:r>
          </a:p>
          <a:p>
            <a:endParaRPr sz="2600" b="0" dirty="0">
              <a:solidFill>
                <a:srgbClr val="FFFFFF"/>
              </a:solidFill>
            </a:endParaRPr>
          </a:p>
          <a:p>
            <a:r>
              <a:rPr sz="2600" b="0" dirty="0">
                <a:solidFill>
                  <a:srgbClr val="FFFFFF"/>
                </a:solidFill>
              </a:rPr>
              <a:t>CSS: </a:t>
            </a:r>
            <a:r>
              <a:rPr lang="hu-HU" sz="2600" dirty="0">
                <a:solidFill>
                  <a:srgbClr val="FFFFFF"/>
                </a:solidFill>
              </a:rPr>
              <a:t>24.7</a:t>
            </a:r>
            <a:r>
              <a:rPr sz="2600" b="0" dirty="0">
                <a:solidFill>
                  <a:srgbClr val="FFFFFF"/>
                </a:solidFill>
              </a:rPr>
              <a:t>%</a:t>
            </a:r>
          </a:p>
          <a:p>
            <a:endParaRPr sz="2600" b="0" dirty="0">
              <a:solidFill>
                <a:srgbClr val="FFFFFF"/>
              </a:solidFill>
            </a:endParaRPr>
          </a:p>
          <a:p>
            <a:r>
              <a:rPr sz="2600" b="0" dirty="0">
                <a:solidFill>
                  <a:srgbClr val="FFFFFF"/>
                </a:solidFill>
              </a:rPr>
              <a:t>JavaScript: </a:t>
            </a:r>
            <a:r>
              <a:rPr lang="hu-HU" sz="2600" dirty="0">
                <a:solidFill>
                  <a:srgbClr val="FFFFFF"/>
                </a:solidFill>
              </a:rPr>
              <a:t>5.2</a:t>
            </a:r>
            <a:r>
              <a:rPr sz="2600" b="0" dirty="0">
                <a:solidFill>
                  <a:srgbClr val="FFFFFF"/>
                </a:solidFill>
              </a:rPr>
              <a:t>%</a:t>
            </a:r>
            <a:endParaRPr lang="hu-HU" sz="2600" b="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sz="2600" b="0" dirty="0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046A3299-B33A-4B9C-8201-C29028BF8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611" y="2518037"/>
            <a:ext cx="5104535" cy="182192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FF6600"/>
                </a:solidFill>
              </a:rPr>
              <a:t>MIT TANULTUNK A PROJEKT SORÁN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b="0">
                <a:solidFill>
                  <a:srgbClr val="FFFFFF"/>
                </a:solidFill>
              </a:rPr>
              <a:t>A projekt során mélyebb megértést szereztünk a webfejlesztés alapjairól.</a:t>
            </a:r>
          </a:p>
          <a:p>
            <a:endParaRPr sz="2000" b="0">
              <a:solidFill>
                <a:srgbClr val="FFFFFF"/>
              </a:solidFill>
            </a:endParaRPr>
          </a:p>
          <a:p>
            <a:r>
              <a:rPr sz="2000" b="0">
                <a:solidFill>
                  <a:srgbClr val="FFFFFF"/>
                </a:solidFill>
              </a:rPr>
              <a:t>Fejlődött a HTML és CSS használatunk, valamint a JavaScript alkalmazása.</a:t>
            </a:r>
          </a:p>
          <a:p>
            <a:endParaRPr sz="2000" b="0">
              <a:solidFill>
                <a:srgbClr val="FFFFFF"/>
              </a:solidFill>
            </a:endParaRPr>
          </a:p>
          <a:p>
            <a:r>
              <a:rPr sz="2000" b="0">
                <a:solidFill>
                  <a:srgbClr val="FFFFFF"/>
                </a:solidFill>
              </a:rPr>
              <a:t>A GitHub használata segítette a verziókezelés és a csapatmunka fejlődését.</a:t>
            </a:r>
          </a:p>
          <a:p>
            <a:endParaRPr sz="2000" b="0">
              <a:solidFill>
                <a:srgbClr val="FFFFFF"/>
              </a:solidFill>
            </a:endParaRPr>
          </a:p>
          <a:p>
            <a:r>
              <a:rPr sz="2000" b="0">
                <a:solidFill>
                  <a:srgbClr val="FFFFFF"/>
                </a:solidFill>
              </a:rPr>
              <a:t>Összességében a projekt jelentős szakmai tapasztalatot adott számunkra.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FF6600"/>
                </a:solidFill>
              </a:rPr>
              <a:t>ÖSSZEGZÉS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200" b="0">
                <a:solidFill>
                  <a:srgbClr val="FFFFFF"/>
                </a:solidFill>
              </a:rPr>
              <a:t>A Rajongói 9A-C projekt egy komoly, tanulságos fejlesztési folyamat volt.</a:t>
            </a:r>
          </a:p>
          <a:p>
            <a:endParaRPr sz="2200" b="0">
              <a:solidFill>
                <a:srgbClr val="FFFFFF"/>
              </a:solidFill>
            </a:endParaRPr>
          </a:p>
          <a:p>
            <a:r>
              <a:rPr sz="2200" b="0">
                <a:solidFill>
                  <a:srgbClr val="FFFFFF"/>
                </a:solidFill>
              </a:rPr>
              <a:t>A megszerzett tudás stabil alapot biztosít a további webfejlesztési projektekhez.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137</Words>
  <Application>Microsoft Office PowerPoint</Application>
  <PresentationFormat>Diavetítés a képernyőre (4:3 oldalarány)</PresentationFormat>
  <Paragraphs>33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0" baseType="lpstr">
      <vt:lpstr>-apple-system</vt:lpstr>
      <vt:lpstr>Arial</vt:lpstr>
      <vt:lpstr>Calibri</vt:lpstr>
      <vt:lpstr>Office Theme</vt:lpstr>
      <vt:lpstr>RAJONGÓI 9A-C GitHub Webprojekt</vt:lpstr>
      <vt:lpstr>A PROJEKT BEMUTATÁSA</vt:lpstr>
      <vt:lpstr>SZERKESZTŐK</vt:lpstr>
      <vt:lpstr>KÓDBÁZIS STATISZTIKA</vt:lpstr>
      <vt:lpstr>MIT TANULTUNK A PROJEKT SORÁN</vt:lpstr>
      <vt:lpstr>ÖSSZEGZÉS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RAJONGÓI 9A-C GitHub Webprojekt</dc:title>
  <dc:subject/>
  <dc:creator>Gaál Kristóf Zoltán</dc:creator>
  <cp:keywords/>
  <dc:description>generated using python-pptx</dc:description>
  <cp:lastModifiedBy>Gaál Kristóf Zoltán</cp:lastModifiedBy>
  <cp:revision>2</cp:revision>
  <dcterms:created xsi:type="dcterms:W3CDTF">2013-01-27T09:14:16Z</dcterms:created>
  <dcterms:modified xsi:type="dcterms:W3CDTF">2026-02-23T10:46:54Z</dcterms:modified>
  <cp:category/>
</cp:coreProperties>
</file>